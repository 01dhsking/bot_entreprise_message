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0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E2C"/>
          </a:solidFill>
          <a:ln w="12700">
            <a:solidFill>
              <a:srgbClr val="140E2C">
                <a:alpha val="0"/>
              </a:srgbClr>
            </a:solidFill>
            <a:prstDash val="solid"/>
          </a:ln>
        </p:spPr>
      </p:sp>
      <p:pic>
        <p:nvPicPr>
          <p:cNvPr id="3" name="Image 0" descr="/mnt/data/hero_portra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0"/>
            <a:ext cx="6382512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320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FidelApp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2148840" y="28346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D8F1"/>
                </a:solidFill>
              </a:rPr>
              <a:t>●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21792" y="1143000"/>
            <a:ext cx="2057400" cy="393192"/>
          </a:xfrm>
          <a:prstGeom prst="roundRect">
            <a:avLst>
              <a:gd name="adj" fmla="val 27907"/>
            </a:avLst>
          </a:prstGeom>
          <a:solidFill>
            <a:srgbClr val="2B2148"/>
          </a:solidFill>
          <a:ln w="12700">
            <a:solidFill>
              <a:srgbClr val="2B214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123444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C6E6"/>
                </a:solidFill>
              </a:rPr>
              <a:t>PRÉSENTATION COMMERCIALE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664208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Faites revenir vos clients, dès la première visite.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658368" y="365760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C6E6"/>
                </a:solidFill>
              </a:rPr>
              <a:t>FidelApp transforme chaque achat en une raison de revenir — avec des avantages maîtrisés, une relation directe et plus de visibilité pour votre commerce.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58368" y="5074920"/>
            <a:ext cx="3456432" cy="676656"/>
          </a:xfrm>
          <a:prstGeom prst="roundRect">
            <a:avLst>
              <a:gd name="adj" fmla="val 21622"/>
            </a:avLst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" y="5294376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Convaincre • Fidéliser • Relancer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DB5DE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E"/>
          </a:solidFill>
          <a:ln w="12700">
            <a:solidFill>
              <a:srgbClr val="FAF8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44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FidelApp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148840" y="28346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5BFF"/>
                </a:solidFill>
              </a:rPr>
              <a:t>●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0E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vrai problème du commerçant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75895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D667A"/>
                </a:solidFill>
              </a:rPr>
              <a:t>Deux magasins peuvent vendre le même produit, au même prix. Ce qui fait revenir le client, c’est la valeur en plus qu’il associe à votre commerce.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4892040" cy="24231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E9DF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32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44AD"/>
                </a:solidFill>
              </a:rPr>
              <a:t>⚠️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44752" y="253288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0E2C"/>
                </a:solidFill>
              </a:rPr>
              <a:t>Sans avantage visible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44752" y="2990088"/>
            <a:ext cx="3977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D667A"/>
                </a:solidFill>
              </a:rPr>
              <a:t>Le client achète, repart… puis décide plus tard où il ira. Votre commerce sort rapidement de son esprit.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65392" y="2331720"/>
            <a:ext cx="4892040" cy="24231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D8BD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3992" y="2532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44AD"/>
                </a:solidFill>
              </a:rPr>
              <a:t>🎁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78624" y="253288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0E2C"/>
                </a:solidFill>
              </a:rPr>
              <a:t>Avec FidelApp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78624" y="2990088"/>
            <a:ext cx="3977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D667A"/>
                </a:solidFill>
              </a:rPr>
              <a:t>Le client repart avec une progression, un objectif et une raison concrète de choisir votre magasin la prochaine fois.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5650992"/>
            <a:ext cx="854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E44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Même produit. Même prix. Mais une raison de revenir chez vous.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68BA5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FB"/>
          </a:solidFill>
          <a:ln w="12700">
            <a:solidFill>
              <a:srgbClr val="F6F0F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44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FidelApp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148840" y="28346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5BFF"/>
                </a:solidFill>
              </a:rPr>
              <a:t>●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0E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promesse simple de FidelApp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8E44AD"/>
                </a:solidFill>
              </a:rPr>
              <a:t>“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280160" y="20116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40E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Donner au client une bonne raison de revenir chez vous, sans pénaliser votre marge.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818120" y="1572768"/>
            <a:ext cx="352044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1C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77393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44AD"/>
                </a:solidFill>
              </a:rPr>
              <a:t>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31352" y="17739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0E2C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31352" y="22311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D667A"/>
                </a:solidFill>
              </a:rPr>
              <a:t>Il reçoit un avantage clair.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18120" y="2862072"/>
            <a:ext cx="352044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1C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3063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44AD"/>
                </a:solidFill>
              </a:rPr>
              <a:t>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31352" y="3063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0E2C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31352" y="3520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D667A"/>
                </a:solidFill>
              </a:rPr>
              <a:t>Il voit sa progression.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18120" y="4151376"/>
            <a:ext cx="352044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1C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43525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44AD"/>
                </a:solidFill>
              </a:rPr>
              <a:t>🏪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31352" y="435254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0E2C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31352" y="48097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D667A"/>
                </a:solidFill>
              </a:rPr>
              <a:t>Il pense à votre commerce.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" y="5257800"/>
            <a:ext cx="6172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D667A"/>
                </a:solidFill>
              </a:rPr>
              <a:t>FidelApp ne vend pas seulement des cartes ou des points : FidelApp vend du retour client.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68BA5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44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FidelApp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148840" y="28346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5BFF"/>
                </a:solidFill>
              </a:rPr>
              <a:t>●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0E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Comment ça marche 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75895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D667A"/>
                </a:solidFill>
              </a:rPr>
              <a:t>FidelApp installe un parcours simple dans la tête du client : je viens, j’achète, j’avance, je reviens.</a:t>
            </a:r>
            <a:endParaRPr lang="en-US" sz="1700" dirty="0"/>
          </a:p>
        </p:txBody>
      </p:sp>
      <p:pic>
        <p:nvPicPr>
          <p:cNvPr id="7" name="Image 0" descr="/mnt/data/a_clean_flat_soft_3d_vector_illustration_in_a_mod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450592"/>
            <a:ext cx="10881360" cy="3703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68BA5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E"/>
          </a:solidFill>
          <a:ln w="12700">
            <a:solidFill>
              <a:srgbClr val="FAF8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44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FidelApp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148840" y="28346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5BFF"/>
                </a:solidFill>
              </a:rPr>
              <a:t>●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0E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fidélité commence dès la première visite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8321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D667A"/>
                </a:solidFill>
              </a:rPr>
              <a:t>Le client n’attend pas d’être “habitué” pour entrer dans votre programme. Dès son premier achat, il sent qu’il a quelque chose à construire chez vous.</a:t>
            </a:r>
            <a:endParaRPr lang="en-US" sz="1700" dirty="0"/>
          </a:p>
        </p:txBody>
      </p:sp>
      <p:pic>
        <p:nvPicPr>
          <p:cNvPr id="7" name="Image 0" descr="/mnt/data/fidelapp_assets/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753" y="2468880"/>
            <a:ext cx="9211733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93392" y="5833872"/>
            <a:ext cx="8211312" cy="566928"/>
          </a:xfrm>
          <a:prstGeom prst="roundRect">
            <a:avLst>
              <a:gd name="adj" fmla="val 25806"/>
            </a:avLst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67712" y="6016752"/>
            <a:ext cx="7662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Plus le client voit sa progression, plus il a une raison de revenir terminer le parcours.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68BA5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44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FidelApp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148840" y="28346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5BFF"/>
                </a:solidFill>
              </a:rPr>
              <a:t>●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0E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 cadeaux, oui. Mais pas à perte.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84124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D667A"/>
                </a:solidFill>
              </a:rPr>
              <a:t>FidelApp permet de définir des règles qui rendent la récompense intéressante pour le client, tout en restant cohérente avec votre activité.</a:t>
            </a:r>
            <a:endParaRPr lang="en-US" sz="1700" dirty="0"/>
          </a:p>
        </p:txBody>
      </p:sp>
      <p:pic>
        <p:nvPicPr>
          <p:cNvPr id="7" name="Image 0" descr="/mnt/data/fidelapp_assets/pro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6480" y="2468880"/>
            <a:ext cx="7905135" cy="3063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5897880"/>
            <a:ext cx="8549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B77"/>
                </a:solidFill>
              </a:rPr>
              <a:t>Le but n’est pas de donner pour donner. Le but est de créer une nouvelle visite rentable.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68BA5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 w="12700">
            <a:solidFill>
              <a:srgbClr val="F5F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44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FidelApp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148840" y="28346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5BFF"/>
                </a:solidFill>
              </a:rPr>
              <a:t>●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0E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relation continue après l’achat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5486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D667A"/>
                </a:solidFill>
              </a:rPr>
              <a:t>Une vente ne doit pas se terminer au moment où le client quitte votre boutique. FidelApp crée un lien direct pour informer, rappeler et relancer.</a:t>
            </a:r>
            <a:endParaRPr lang="en-US" sz="1700" dirty="0"/>
          </a:p>
        </p:txBody>
      </p:sp>
      <p:pic>
        <p:nvPicPr>
          <p:cNvPr id="7" name="Image 0" descr="/mnt/data/dashboard_squa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152" y="1481328"/>
            <a:ext cx="4480560" cy="4389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" y="2377440"/>
            <a:ext cx="2487168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DADD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8408" y="25786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44AD"/>
                </a:solidFill>
              </a:rPr>
              <a:t>📣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63040" y="257860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0E2C"/>
                </a:solidFill>
              </a:rPr>
              <a:t>Nouveautés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63040" y="303580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D667A"/>
                </a:solidFill>
              </a:rPr>
              <a:t>Annoncez ce qui vient d’arriver.</a:t>
            </a:r>
            <a:endParaRPr lang="en-US" sz="1230" dirty="0"/>
          </a:p>
        </p:txBody>
      </p:sp>
      <p:sp>
        <p:nvSpPr>
          <p:cNvPr id="12" name="Shape 9"/>
          <p:cNvSpPr/>
          <p:nvPr/>
        </p:nvSpPr>
        <p:spPr>
          <a:xfrm>
            <a:off x="3493008" y="2377440"/>
            <a:ext cx="2487168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DADD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21608" y="25786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44AD"/>
                </a:solidFill>
              </a:rPr>
              <a:t>🎁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206240" y="257860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0E2C"/>
                </a:solidFill>
              </a:rPr>
              <a:t>Avantages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206240" y="303580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D667A"/>
                </a:solidFill>
              </a:rPr>
              <a:t>Montrez les gains possibles.</a:t>
            </a:r>
            <a:endParaRPr lang="en-US" sz="1230" dirty="0"/>
          </a:p>
        </p:txBody>
      </p:sp>
      <p:sp>
        <p:nvSpPr>
          <p:cNvPr id="16" name="Shape 13"/>
          <p:cNvSpPr/>
          <p:nvPr/>
        </p:nvSpPr>
        <p:spPr>
          <a:xfrm>
            <a:off x="749808" y="3803904"/>
            <a:ext cx="2487168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DADD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8408" y="40050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44AD"/>
                </a:solidFill>
              </a:rPr>
              <a:t>🔔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463040" y="4005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0E2C"/>
                </a:solidFill>
              </a:rPr>
              <a:t>Rappels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463040" y="446227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D667A"/>
                </a:solidFill>
              </a:rPr>
              <a:t>Restez présent dans son esprit.</a:t>
            </a:r>
            <a:endParaRPr lang="en-US" sz="1230" dirty="0"/>
          </a:p>
        </p:txBody>
      </p:sp>
      <p:sp>
        <p:nvSpPr>
          <p:cNvPr id="20" name="Shape 17"/>
          <p:cNvSpPr/>
          <p:nvPr/>
        </p:nvSpPr>
        <p:spPr>
          <a:xfrm>
            <a:off x="3493008" y="3803904"/>
            <a:ext cx="2487168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DADD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21608" y="40050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44AD"/>
                </a:solidFill>
              </a:rPr>
              <a:t>↩️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206240" y="4005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0E2C"/>
                </a:solidFill>
              </a:rPr>
              <a:t>Relance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206240" y="446227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D667A"/>
                </a:solidFill>
              </a:rPr>
              <a:t>Réactivez ceux qui s’éloignent.</a:t>
            </a:r>
            <a:endParaRPr lang="en-US" sz="1230" dirty="0"/>
          </a:p>
        </p:txBody>
      </p:sp>
      <p:sp>
        <p:nvSpPr>
          <p:cNvPr id="24" name="Text 21"/>
          <p:cNvSpPr/>
          <p:nvPr/>
        </p:nvSpPr>
        <p:spPr>
          <a:xfrm>
            <a:off x="804672" y="537667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23265F"/>
                </a:solidFill>
              </a:rPr>
              <a:t>Au lieu d’attendre le client, vous gardez une porte ouverte vers lui.</a:t>
            </a:r>
            <a:endParaRPr lang="en-US" sz="1850" dirty="0"/>
          </a:p>
        </p:txBody>
      </p:sp>
      <p:sp>
        <p:nvSpPr>
          <p:cNvPr id="25" name="Text 22"/>
          <p:cNvSpPr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68BA5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E"/>
          </a:solidFill>
          <a:ln w="12700">
            <a:solidFill>
              <a:srgbClr val="FAF8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44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FidelApp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148840" y="28346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5BFF"/>
                </a:solidFill>
              </a:rPr>
              <a:t>●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0E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Vos avantages deviennent une vitrine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85953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D667A"/>
                </a:solidFill>
              </a:rPr>
              <a:t>Quand vos récompenses existent dans FidelApp, elles ne servent pas seulement à fidéliser. Elles peuvent aussi donner envie à de nouveaux clients de découvrir votre commerce.</a:t>
            </a:r>
            <a:endParaRPr lang="en-US" sz="1700" dirty="0"/>
          </a:p>
        </p:txBody>
      </p:sp>
      <p:pic>
        <p:nvPicPr>
          <p:cNvPr id="7" name="Image 0" descr="/mnt/data/fidelapp_assets/visi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396" y="2468880"/>
            <a:ext cx="8034728" cy="3063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38528" y="5779008"/>
            <a:ext cx="8302752" cy="566928"/>
          </a:xfrm>
          <a:prstGeom prst="roundRect">
            <a:avLst>
              <a:gd name="adj" fmla="val 25806"/>
            </a:avLst>
          </a:prstGeom>
          <a:solidFill>
            <a:srgbClr val="140E2C"/>
          </a:solidFill>
          <a:ln w="12700">
            <a:solidFill>
              <a:srgbClr val="140E2C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12848" y="5961888"/>
            <a:ext cx="7754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Le client fidèle revient. Le client curieux découvre. Le commerce gagne en présence.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68BA5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44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FidelApp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148840" y="28346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5BFF"/>
                </a:solidFill>
              </a:rPr>
              <a:t>●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0E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 que le commerçant gagne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75895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D667A"/>
                </a:solidFill>
              </a:rPr>
              <a:t>FidelApp donne au magasin un système complet : avantage, suivi, contact, relance et visibilité.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9808" y="2331720"/>
            <a:ext cx="4983480" cy="1170432"/>
          </a:xfrm>
          <a:prstGeom prst="roundRect">
            <a:avLst>
              <a:gd name="adj" fmla="val 12500"/>
            </a:avLst>
          </a:prstGeom>
          <a:solidFill>
            <a:srgbClr val="F8EEFF"/>
          </a:solidFill>
          <a:ln w="12700">
            <a:solidFill>
              <a:srgbClr val="D1A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532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44AD"/>
                </a:solidFill>
              </a:rPr>
              <a:t>💜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53288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0E2C"/>
                </a:solidFill>
              </a:rPr>
              <a:t>Différenciation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D667A"/>
                </a:solidFill>
              </a:rPr>
              <a:t>Votre magasin offre plus qu’un simple achat.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36208" y="2331720"/>
            <a:ext cx="4983480" cy="11704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2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2532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44AD"/>
                </a:solidFill>
              </a:rPr>
              <a:t>🔁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49440" y="253288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0E2C"/>
                </a:solidFill>
              </a:rPr>
              <a:t>Retour client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29900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D667A"/>
                </a:solidFill>
              </a:rPr>
              <a:t>Chaque achat peut nourrir une prochaine visite.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49808" y="3904488"/>
            <a:ext cx="4983480" cy="11704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2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1056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44AD"/>
                </a:solidFill>
              </a:rPr>
              <a:t>📲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10565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0E2C"/>
                </a:solidFill>
              </a:rPr>
              <a:t>Lien direct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56285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D667A"/>
                </a:solidFill>
              </a:rPr>
              <a:t>Vous gardez le contact après le départ du client.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36208" y="3904488"/>
            <a:ext cx="4983480" cy="11704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41056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44AD"/>
                </a:solidFill>
              </a:rPr>
              <a:t>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49440" y="410565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0E2C"/>
                </a:solidFill>
              </a:rPr>
              <a:t>Visibilité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456285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D667A"/>
                </a:solidFill>
              </a:rPr>
              <a:t>Votre commerce peut être découvert grâce à ses avantages.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3000" y="57424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E44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fidélisation devient un outil commercial, pas une simple promesse.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68BA5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0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E2C"/>
          </a:solidFill>
          <a:ln w="12700">
            <a:solidFill>
              <a:srgbClr val="140E2C">
                <a:alpha val="0"/>
              </a:srgbClr>
            </a:solidFill>
            <a:prstDash val="solid"/>
          </a:ln>
        </p:spPr>
      </p:sp>
      <p:pic>
        <p:nvPicPr>
          <p:cNvPr id="3" name="Image 0" descr="/mnt/data/hero_ct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685800"/>
            <a:ext cx="4526280" cy="5440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320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FidelApp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2148840" y="28346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D8F1"/>
                </a:solidFill>
              </a:rPr>
              <a:t>●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58368" y="1444752"/>
            <a:ext cx="58064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 laissez plus vos ventes partir sans suite.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94944" y="3127248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C6E6"/>
                </a:solidFill>
              </a:rPr>
              <a:t>Avec FidelApp, chaque achat devient une chance de revoir le client, de renforcer votre relation et d’augmenter la valeur de votre commerce.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94944" y="4800600"/>
            <a:ext cx="4251960" cy="713232"/>
          </a:xfrm>
          <a:prstGeom prst="roundRect">
            <a:avLst>
              <a:gd name="adj" fmla="val 20513"/>
            </a:avLst>
          </a:prstGeom>
          <a:solidFill>
            <a:srgbClr val="8E44AD"/>
          </a:solidFill>
          <a:ln w="12700">
            <a:solidFill>
              <a:srgbClr val="8E44AD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504748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Transformez chaque achat en prochaine visite.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DB5DE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FidelApp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FidelApp - Présentation commerciale</dc:title>
  <dc:subject>Présentation commerciale FidelApp</dc:subject>
  <dc:creator>OpenAI</dc:creator>
  <cp:lastModifiedBy>OpenAI</cp:lastModifiedBy>
  <cp:revision>1</cp:revision>
  <dcterms:created xsi:type="dcterms:W3CDTF">2026-08-20T12:38:23Z</dcterms:created>
  <dcterms:modified xsi:type="dcterms:W3CDTF">2026-08-20T12:38:23Z</dcterms:modified>
</cp:coreProperties>
</file>